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8E8DA-0305-FC36-DF29-D8AA40589F51}" v="23" dt="2026-03-23T15:56:51.379"/>
    <p1510:client id="{922F8742-3F5C-D775-8961-201474F0EE50}" v="289" dt="2026-03-23T16:39:25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08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65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50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10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37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433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6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7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92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00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438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8911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272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26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107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671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01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3774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7B8F18-C588-C13B-6486-489553CF7275}"/>
              </a:ext>
            </a:extLst>
          </p:cNvPr>
          <p:cNvSpPr txBox="1"/>
          <p:nvPr/>
        </p:nvSpPr>
        <p:spPr>
          <a:xfrm>
            <a:off x="6722014" y="3643071"/>
            <a:ext cx="34924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Comic Sans MS"/>
                <a:ea typeface="Calibri"/>
                <a:cs typeface="Calibri"/>
              </a:rPr>
              <a:t>Encrypted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DC946-3BB9-CDA2-AE55-4886C7A3CEC0}"/>
              </a:ext>
            </a:extLst>
          </p:cNvPr>
          <p:cNvSpPr txBox="1"/>
          <p:nvPr/>
        </p:nvSpPr>
        <p:spPr>
          <a:xfrm>
            <a:off x="7471873" y="2513027"/>
            <a:ext cx="19896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omic Sans MS"/>
                <a:ea typeface="Calibri"/>
                <a:cs typeface="Calibri"/>
              </a:rPr>
              <a:t>Team</a:t>
            </a:r>
            <a:endParaRPr lang="en-US" sz="5400">
              <a:solidFill>
                <a:schemeClr val="bg1"/>
              </a:solidFill>
              <a:latin typeface="Comic Sans MS"/>
              <a:ea typeface="Calibri"/>
              <a:cs typeface="Calibri"/>
            </a:endParaRPr>
          </a:p>
        </p:txBody>
      </p:sp>
      <p:pic>
        <p:nvPicPr>
          <p:cNvPr id="3" name="Picture 2" descr="A green and purple logo&#10;&#10;AI-generated content may be incorrect.">
            <a:extLst>
              <a:ext uri="{FF2B5EF4-FFF2-40B4-BE49-F238E27FC236}">
                <a16:creationId xmlns:a16="http://schemas.microsoft.com/office/drawing/2014/main" id="{30CF4356-3BFB-D44A-AE74-E1C7F8AA0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329" y="1540088"/>
            <a:ext cx="4601035" cy="378475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CDFB-BC03-E810-7469-F23AF5FF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290024-5A54-1070-6436-A2D32E37B66C}"/>
              </a:ext>
            </a:extLst>
          </p:cNvPr>
          <p:cNvSpPr txBox="1"/>
          <p:nvPr/>
        </p:nvSpPr>
        <p:spPr>
          <a:xfrm>
            <a:off x="4593167" y="486833"/>
            <a:ext cx="300566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omic Sans MS"/>
              </a:rPr>
              <a:t>Our team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4A2AE9-3CE6-0C98-75FD-CDA387D7A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448" y="2453217"/>
            <a:ext cx="2015066" cy="195156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D0ACF5-36E6-EBC5-07E4-238499D947AD}"/>
              </a:ext>
            </a:extLst>
          </p:cNvPr>
          <p:cNvSpPr txBox="1"/>
          <p:nvPr/>
        </p:nvSpPr>
        <p:spPr>
          <a:xfrm>
            <a:off x="1274885" y="4790994"/>
            <a:ext cx="21068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Comic Sans MS"/>
              </a:rPr>
              <a:t>Maksim Iliev 9B</a:t>
            </a:r>
            <a:endParaRPr lang="en-US" sz="2000" dirty="0">
              <a:solidFill>
                <a:schemeClr val="bg1"/>
              </a:solidFill>
              <a:latin typeface="Comic Sans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A1BEEB-0087-3151-01F1-AAEDDF5AFEAA}"/>
              </a:ext>
            </a:extLst>
          </p:cNvPr>
          <p:cNvSpPr txBox="1"/>
          <p:nvPr/>
        </p:nvSpPr>
        <p:spPr>
          <a:xfrm>
            <a:off x="3697653" y="4790994"/>
            <a:ext cx="225343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mic Sans MS"/>
              </a:rPr>
              <a:t>Iliyan Iliev 9V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ADF4A-C612-CB9A-7DCB-C9E07E11E20E}"/>
              </a:ext>
            </a:extLst>
          </p:cNvPr>
          <p:cNvSpPr txBox="1"/>
          <p:nvPr/>
        </p:nvSpPr>
        <p:spPr>
          <a:xfrm>
            <a:off x="6012961" y="4790993"/>
            <a:ext cx="262466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Comic Sans MS"/>
              </a:rPr>
              <a:t>Dimitar Dimitrov 9V</a:t>
            </a:r>
            <a:endParaRPr lang="en-US" sz="2000" dirty="0">
              <a:solidFill>
                <a:schemeClr val="bg1"/>
              </a:solidFill>
              <a:latin typeface="Comic Sans M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8B0377-E503-1D3D-5525-202A4A38BD70}"/>
              </a:ext>
            </a:extLst>
          </p:cNvPr>
          <p:cNvSpPr txBox="1"/>
          <p:nvPr/>
        </p:nvSpPr>
        <p:spPr>
          <a:xfrm>
            <a:off x="8611577" y="4790993"/>
            <a:ext cx="23804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omic Sans MS"/>
              </a:rPr>
              <a:t>Ivan </a:t>
            </a:r>
            <a:r>
              <a:rPr lang="en-US" sz="2000" dirty="0" err="1">
                <a:solidFill>
                  <a:schemeClr val="bg1"/>
                </a:solidFill>
                <a:latin typeface="Comic Sans MS"/>
              </a:rPr>
              <a:t>Kolozenko</a:t>
            </a:r>
            <a:r>
              <a:rPr lang="en-US" sz="2000" dirty="0">
                <a:solidFill>
                  <a:schemeClr val="bg1"/>
                </a:solidFill>
                <a:latin typeface="Comic Sans MS"/>
              </a:rPr>
              <a:t> 9A</a:t>
            </a:r>
          </a:p>
        </p:txBody>
      </p:sp>
      <p:pic>
        <p:nvPicPr>
          <p:cNvPr id="3" name="Picture 2" descr="A child wearing glasses and a white shirt&#10;&#10;AI-generated content may be incorrect.">
            <a:extLst>
              <a:ext uri="{FF2B5EF4-FFF2-40B4-BE49-F238E27FC236}">
                <a16:creationId xmlns:a16="http://schemas.microsoft.com/office/drawing/2014/main" id="{5912A4A1-3608-F26F-5E0D-CE779E887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334" y="2358297"/>
            <a:ext cx="2159765" cy="214140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 descr="A person in a white shirt&#10;&#10;AI-generated content may be incorrect.">
            <a:extLst>
              <a:ext uri="{FF2B5EF4-FFF2-40B4-BE49-F238E27FC236}">
                <a16:creationId xmlns:a16="http://schemas.microsoft.com/office/drawing/2014/main" id="{BFFDD190-CB94-202B-2525-467E5A862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98" y="2297533"/>
            <a:ext cx="2161946" cy="219866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 descr="A child in a white shirt&#10;&#10;AI-generated content may be incorrect.">
            <a:extLst>
              <a:ext uri="{FF2B5EF4-FFF2-40B4-BE49-F238E27FC236}">
                <a16:creationId xmlns:a16="http://schemas.microsoft.com/office/drawing/2014/main" id="{682ADCFF-D3B5-DC77-A11C-B4A027EC7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280" y="2273376"/>
            <a:ext cx="2347970" cy="226534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770256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EDD09-C7CE-170C-A5B3-0D3AF947A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F27365-DC0E-0FE7-D63D-0FFE8B892C57}"/>
              </a:ext>
            </a:extLst>
          </p:cNvPr>
          <p:cNvSpPr txBox="1"/>
          <p:nvPr/>
        </p:nvSpPr>
        <p:spPr>
          <a:xfrm>
            <a:off x="3429000" y="719667"/>
            <a:ext cx="534458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omic Sans MS"/>
              </a:rPr>
              <a:t>Used technologies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1DE1A-6E10-A2C3-5174-DEEE7A75A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514" y="1712103"/>
            <a:ext cx="2180167" cy="21166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D36681-FEDA-4FD1-210A-47A26DB6B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673" y="1712105"/>
            <a:ext cx="2148418" cy="2116667"/>
          </a:xfrm>
          <a:prstGeom prst="rect">
            <a:avLst/>
          </a:prstGeom>
        </p:spPr>
      </p:pic>
      <p:pic>
        <p:nvPicPr>
          <p:cNvPr id="10" name="Picture 9" descr="A blue square with white letter on it&#10;&#10;AI-generated content may be incorrect.">
            <a:extLst>
              <a:ext uri="{FF2B5EF4-FFF2-40B4-BE49-F238E27FC236}">
                <a16:creationId xmlns:a16="http://schemas.microsoft.com/office/drawing/2014/main" id="{3415590F-9208-EAEA-FA28-0F5118323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71" y="4307416"/>
            <a:ext cx="2012426" cy="1873251"/>
          </a:xfrm>
          <a:prstGeom prst="rect">
            <a:avLst/>
          </a:prstGeom>
        </p:spPr>
      </p:pic>
      <p:pic>
        <p:nvPicPr>
          <p:cNvPr id="11" name="Picture 10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C206CD8-8D4C-C711-C5AA-F3FE50EDB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21" y="4265082"/>
            <a:ext cx="2029884" cy="19716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141FDC-8BCD-98B6-1348-EC37758733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538" y="4053418"/>
            <a:ext cx="3735917" cy="2180168"/>
          </a:xfrm>
          <a:prstGeom prst="rect">
            <a:avLst/>
          </a:prstGeom>
        </p:spPr>
      </p:pic>
      <p:pic>
        <p:nvPicPr>
          <p:cNvPr id="3" name="Picture 2" descr="A purple and pink ribbon&#10;&#10;AI-generated content may be incorrect.">
            <a:extLst>
              <a:ext uri="{FF2B5EF4-FFF2-40B4-BE49-F238E27FC236}">
                <a16:creationId xmlns:a16="http://schemas.microsoft.com/office/drawing/2014/main" id="{0EBCA13F-10AF-9BEA-376B-2A7679A7D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2963" y="1696528"/>
            <a:ext cx="2214114" cy="212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8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FE7CF-C48F-2780-05CC-98268948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09DDE-24D2-D425-35A2-5470F1A62644}"/>
              </a:ext>
            </a:extLst>
          </p:cNvPr>
          <p:cNvSpPr txBox="1"/>
          <p:nvPr/>
        </p:nvSpPr>
        <p:spPr>
          <a:xfrm>
            <a:off x="4741333" y="613833"/>
            <a:ext cx="271991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omic Sans MS"/>
              </a:rPr>
              <a:t>Our 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8D336-AA47-D966-2144-2A67C39841FD}"/>
              </a:ext>
            </a:extLst>
          </p:cNvPr>
          <p:cNvSpPr txBox="1"/>
          <p:nvPr/>
        </p:nvSpPr>
        <p:spPr>
          <a:xfrm>
            <a:off x="938522" y="2340912"/>
            <a:ext cx="4201582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800">
                <a:solidFill>
                  <a:schemeClr val="bg1"/>
                </a:solidFill>
                <a:latin typeface="Comic Sans MS"/>
              </a:rPr>
              <a:t>Create a working school site</a:t>
            </a:r>
          </a:p>
          <a:p>
            <a:endParaRPr lang="en-US" sz="2800" dirty="0">
              <a:solidFill>
                <a:schemeClr val="bg1"/>
              </a:solidFill>
              <a:latin typeface="Comic Sans MS"/>
            </a:endParaRPr>
          </a:p>
          <a:p>
            <a:pPr>
              <a:buFont typeface="Calibri"/>
            </a:pPr>
            <a:endParaRPr lang="en-US" sz="2800" dirty="0">
              <a:solidFill>
                <a:schemeClr val="bg1"/>
              </a:solidFill>
              <a:latin typeface="Comic Sans MS"/>
            </a:endParaRPr>
          </a:p>
          <a:p>
            <a:pPr marL="342900" indent="-342900">
              <a:buFont typeface="Calibri"/>
              <a:buChar char="-"/>
            </a:pPr>
            <a:r>
              <a:rPr lang="en-US" sz="2800">
                <a:solidFill>
                  <a:schemeClr val="bg1"/>
                </a:solidFill>
                <a:latin typeface="Comic Sans MS"/>
              </a:rPr>
              <a:t>Write organized code</a:t>
            </a:r>
          </a:p>
          <a:p>
            <a:pPr marL="342900" indent="-342900">
              <a:buFont typeface="Calibri"/>
              <a:buChar char="-"/>
            </a:pPr>
            <a:endParaRPr lang="en-US" sz="2400" dirty="0">
              <a:solidFill>
                <a:schemeClr val="bg1"/>
              </a:solidFill>
              <a:latin typeface="Comic Sans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A628C-E4DE-D3B0-F7E6-5A888561AD4E}"/>
              </a:ext>
            </a:extLst>
          </p:cNvPr>
          <p:cNvSpPr txBox="1"/>
          <p:nvPr/>
        </p:nvSpPr>
        <p:spPr>
          <a:xfrm>
            <a:off x="6619025" y="2301932"/>
            <a:ext cx="493726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alibri,Sans-Serif"/>
              <a:buChar char="-"/>
            </a:pPr>
            <a:r>
              <a:rPr lang="en-US" sz="2800">
                <a:solidFill>
                  <a:schemeClr val="bg1"/>
                </a:solidFill>
                <a:latin typeface="Comic Sans MS"/>
              </a:rPr>
              <a:t>Create a simple interface</a:t>
            </a:r>
            <a:r>
              <a:rPr lang="en-US" sz="2800" dirty="0">
                <a:solidFill>
                  <a:schemeClr val="bg1"/>
                </a:solidFill>
                <a:latin typeface="Comic Sans MS"/>
              </a:rPr>
              <a:t> for users</a:t>
            </a:r>
          </a:p>
          <a:p>
            <a:endParaRPr lang="en-US" sz="2800" dirty="0">
              <a:latin typeface="Comic Sans MS"/>
            </a:endParaRPr>
          </a:p>
          <a:p>
            <a:pPr>
              <a:buFont typeface="Calibri,Sans-Serif"/>
            </a:pPr>
            <a:endParaRPr lang="en-US" sz="2800" dirty="0">
              <a:solidFill>
                <a:srgbClr val="FFFFFF"/>
              </a:solidFill>
              <a:latin typeface="Comic Sans MS"/>
            </a:endParaRPr>
          </a:p>
          <a:p>
            <a:pPr marL="342900" indent="-342900">
              <a:buFont typeface="Calibri,Sans-Serif"/>
              <a:buChar char="-"/>
            </a:pPr>
            <a:r>
              <a:rPr lang="en-US" sz="2800" dirty="0" err="1">
                <a:solidFill>
                  <a:schemeClr val="bg1"/>
                </a:solidFill>
                <a:latin typeface="Comic Sans MS"/>
              </a:rPr>
              <a:t>Practi</a:t>
            </a:r>
            <a:r>
              <a:rPr lang="en-US" sz="2800" dirty="0">
                <a:solidFill>
                  <a:schemeClr val="bg1"/>
                </a:solidFill>
                <a:latin typeface="Comic Sans MS"/>
              </a:rPr>
              <a:t>ce teamwork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800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9F62A-0A48-24A6-0677-24075EEA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9DE6F-675C-D0A2-76E2-E4F7B57AB446}"/>
              </a:ext>
            </a:extLst>
          </p:cNvPr>
          <p:cNvSpPr txBox="1"/>
          <p:nvPr/>
        </p:nvSpPr>
        <p:spPr>
          <a:xfrm>
            <a:off x="3026833" y="3012860"/>
            <a:ext cx="613833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Comic Sans MS"/>
              </a:rPr>
              <a:t>Let's get to the app!</a:t>
            </a:r>
          </a:p>
        </p:txBody>
      </p:sp>
    </p:spTree>
    <p:extLst>
      <p:ext uri="{BB962C8B-B14F-4D97-AF65-F5344CB8AC3E}">
        <p14:creationId xmlns:p14="http://schemas.microsoft.com/office/powerpoint/2010/main" val="20590578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43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Галин Красимиров Енев</cp:lastModifiedBy>
  <cp:revision>314</cp:revision>
  <dcterms:created xsi:type="dcterms:W3CDTF">2025-12-07T19:01:27Z</dcterms:created>
  <dcterms:modified xsi:type="dcterms:W3CDTF">2026-03-23T18:18:54Z</dcterms:modified>
</cp:coreProperties>
</file>